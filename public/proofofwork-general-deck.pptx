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5000" b="1">
                <a:solidFill>
                  <a:srgbClr val="111827"/>
                </a:solidFill>
              </a:rPr>
              <a:t>The ProofOfWork Computer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2606040"/>
            <a:ext cx="1069848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ProofOfWork Computer.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Identity, mail, files, pages, marketplace actions, credit mints, wallet transfers, bonds, logs, and growth signals written to ProofOfWork.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Internet Rents Identity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Most identity lives inside platforms.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Accounts can be renamed, banned, rate-limited, captured, or deleted.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The next internet needs identities users can own and agents can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Is The Source Of Truth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 gives the app a hard foundation: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public state.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Native money.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Global verification.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signing.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Open indexing.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No platform permission.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Confirmed records are canonical. Pending mempool data is useful gossip, not final truth.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IDs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Claim a permanent ProofOfWork-native identity: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user@proofofwork.me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IDs resolve to ProofOfWork receive addresses.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First confirmed valid registration wins.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Owners can update receivers, transfer IDs, and list IDs in the marketplace.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Mail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Send messages with proofs attached.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Every message can carry value, attention, and proof-of-work.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inbox is sorted by signal, not noise.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Subjects, replies, reply all, contacts, folders, drafts, archive, favorites, backups, and attachments make it feel like normal mail without pretending the chain can be deleted.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Files And Desktop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supports small on-chain attachments today.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Images, PDFs, audio, video, text, Markdown, JSON, and code can be previewed in the app.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 turns confirmed public attachments into a search engine: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Search any address or confirmed ProofOfWork ID. No wallet required.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Browser renders HTML from ProofOfWork transactions.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Users paste a txid and view HTML from either: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ProofOfWork message body.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verified text/html file attachment.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page renders inside a sandbox. The txid remains the proof.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Welcome File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The canonical welcome page is already on ProofOfWork: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8c2fd17b10a6550896035b9f725054d3c6e10c314911808d8f7aaa2955c3015b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appears as the default system file in Files and Desktop.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opens through Browser by txid.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Marketplace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 IDs and credits are transferable market assets.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Current marketplace protocols: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 list5 · seal5 · buy5 · delist5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pwt1:  list5 · seal5 · buy5 · delist5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Sellers publish on-chain listings and seal exact sale terms.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Buyers settle by spending a sale-ticket UTXO, paying the seller, paying the registry mutation fee, and writing the transfer or buy event.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Competing buys conflict at the ProofOfWork UTXO layer.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Current governed WORK list, seal, and buy actions use pwt-sale-v3 with exact atoms and a hash-bound H-1 pricing commitment.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Credits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Credits are mint-first and ProofOfWork-readable.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credit.proofofwork.me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work.proofofwork.me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Creation pays the credit index.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Mints, transfers, listings, seals, delistings, and buys pay each credit registry directly.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WORK starts with 21,000,000 max supply, 1,000 WORK per mint, and 1,000 proofs per mint.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That is exactly 1 proof per WORK.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Wallet is the connected-address credit surface for balances, transfer logs, credit transfers, owned listings, delistings, and sale history.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Wallet And Bonds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Wallet keeps connected-address signing local: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wallet.proofofwork.me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 Bonds issue POWB from confirmed pwm1:m:powb actions: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infinity.proofofwork.me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Inception Bonds issue INCB from direct proofs plus valid same-transaction WORK attachments fixed by the hash-bound H-1 oracle: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inception.proofofwork.me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Both bond families reuse the confirmed credit sale-ticket market while preserving their own supply and network-value rules.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Log And Growth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Log is the public ProofOfWork Computer activity feed.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It indexes registrations, receiver updates, transfers, listings, seals, delistings, purchases, messages, replies, files, attachments, Browser-readable pages, credit creations, credit mints, credit transfers, credit listings, and credit sales.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Growth compares the canonical success-case model against real confirmed network value in proofs and USD.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WORK and Growth share the same confirmed network-value payload and live node-backed USD benchmark.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model adds every new product with consistent inputs: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Real chain metrics.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Usage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Value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Fee elasticity.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Blockspace accounting.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Agent-Readable By Design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Agents need identity, memory, money, and verifiable state.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ProofOfWork.Me gives agents: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Handles.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Chain-readable messages.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Proofs with every interaction.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files and instructions.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Public ownership, marketplace, funding, and credit records.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authority controlled by humans.</a:t>
            </a:r>
          </a:p>
          <a:p>
            <a:pPr/>
            <a:r>
              <a:rPr lang="en-US" sz="2050" b="1">
                <a:solidFill>
                  <a:srgbClr val="1f2937"/>
                </a:solidFill>
              </a:rPr>
              <a:t>Humans sign. Agents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Final Network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is a new interface for ProofOfWork.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Mail. IDs. Files. Desktop. Browser.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Marketplace. Credits. Wallet. 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Infinity. Inception. Bonds. Log. Growth.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Agents. Value.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final network is not a platform.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is proof of work.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ProofOfWork.Me</Application>
  <PresentationFormat>Widescreen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ProofOfWork.Me General Deck</dc:title>
  <dc:creator>ProofOfWork.Me</dc:creator>
  <cp:lastModifiedBy>ProofOfWork.Me</cp:lastModifiedBy>
  <dcterms:created xsi:type="dcterms:W3CDTF">2026-05-13T00:00:00Z</dcterms:created>
  <dcterms:modified xsi:type="dcterms:W3CDTF">2026-07-23T00:00:00Z</dcterms:modified>
</cp:coreProperties>
</file>