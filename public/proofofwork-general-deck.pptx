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1695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" Target="slides/slide4.xml"/>
  <Relationship Id="rId5" Type="http://schemas.openxmlformats.org/officeDocument/2006/relationships/slide" Target="slides/slide5.xml"/>
  <Relationship Id="rId6" Type="http://schemas.openxmlformats.org/officeDocument/2006/relationships/slide" Target="slides/slide6.xml"/>
  <Relationship Id="rId7" Type="http://schemas.openxmlformats.org/officeDocument/2006/relationships/slide" Target="slides/slide7.xml"/>
  <Relationship Id="rId8" Type="http://schemas.openxmlformats.org/officeDocument/2006/relationships/slide" Target="slides/slide8.xml"/>
  <Relationship Id="rId9" Type="http://schemas.openxmlformats.org/officeDocument/2006/relationships/slide" Target="slides/slide9.xml"/>
  <Relationship Id="rId10" Type="http://schemas.openxmlformats.org/officeDocument/2006/relationships/slide" Target="slides/slide10.xml"/>
  <Relationship Id="rId11" Type="http://schemas.openxmlformats.org/officeDocument/2006/relationships/slide" Target="slides/slide11.xml"/>
  <Relationship Id="rId12" Type="http://schemas.openxmlformats.org/officeDocument/2006/relationships/slide" Target="slides/slide12.xml"/>
  <Relationship Id="rId13" Type="http://schemas.openxmlformats.org/officeDocument/2006/relationships/slide" Target="slides/slide13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1097280"/>
            <a:ext cx="10881360" cy="12801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5000" b="1">
                <a:solidFill>
                  <a:srgbClr val="111827"/>
                </a:solidFill>
              </a:rPr>
              <a:t>The Bitcoin Computer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2606040"/>
            <a:ext cx="10698480" cy="35661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ProofOfWork.Me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The Bitcoin Computer.</a:t>
            </a:r>
          </a:p>
          <a:p>
            <a:pPr/>
            <a:r>
              <a:rPr lang="en-US" sz="1700">
                <a:solidFill>
                  <a:srgbClr val="1f2937"/>
                </a:solidFill>
              </a:rPr>
              <a:t>Identity, mail, files, pages, marketplace actions, Pay2Speak funding, token mints, logs, and growth signals written to Bitcoin.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Bitcoin Computer · local-first · on-chain · agent-readable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The Internet Rents Identity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Most identity lives inside platforms.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Accounts can be renamed, banned, rate-limited, captured, or deleted.</a:t>
            </a:r>
          </a:p>
          <a:p>
            <a:pPr/>
            <a:r>
              <a:rPr lang="en-US" sz="1850">
                <a:solidFill>
                  <a:srgbClr val="1f2937"/>
                </a:solidFill>
              </a:rPr>
              <a:t>The next internet needs identities users can own and agents can verify.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Bitcoin Computer · local-first · on-chain · agent-readable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Bitcoin Is The Source Of Truth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Bitcoin gives the app a hard foundation: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Durable public state.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Native money.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Global verification.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Local wallet signing.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Open indexing.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No platform permission.</a:t>
            </a:r>
          </a:p>
          <a:p>
            <a:pPr/>
            <a:r>
              <a:rPr lang="en-US" sz="1850">
                <a:solidFill>
                  <a:srgbClr val="1f2937"/>
                </a:solidFill>
              </a:rPr>
              <a:t>Confirmed records are canonical. Pending mempool data is useful gossip, not final truth.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Bitcoin Computer · local-first · on-chain · agent-readable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ProofOfWork IDs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Claim a permanent Bitcoin-native identity: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user@proofofwork.me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IDs resolve to Bitcoin receive addresses.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First confirmed valid registration wins.</a:t>
            </a:r>
          </a:p>
          <a:p>
            <a:pPr/>
            <a:r>
              <a:rPr lang="en-US" sz="1850">
                <a:solidFill>
                  <a:srgbClr val="1f2937"/>
                </a:solidFill>
              </a:rPr>
              <a:t>Owners can update receivers, transfer IDs, and list IDs in the marketplace.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Bitcoin Computer · local-first · on-chain · agent-readable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Bitcoin Mail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Send messages with sats attached.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Every message can carry value, attention, and proof-of-work.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The inbox is sorted by signal, not noise.</a:t>
            </a:r>
          </a:p>
          <a:p>
            <a:pPr/>
            <a:r>
              <a:rPr lang="en-US" sz="1700">
                <a:solidFill>
                  <a:srgbClr val="1f2937"/>
                </a:solidFill>
              </a:rPr>
              <a:t>Subjects, replies, reply all, contacts, folders, drafts, archive, favorites, backups, and attachments make it feel like normal mail without pretending the chain can be deleted.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Bitcoin Computer · local-first · on-chain · agent-readable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Files And Desktop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ProofOfWork.Me supports small on-chain attachments today.</a:t>
            </a:r>
          </a:p>
          <a:p>
            <a:pPr/>
            <a:r>
              <a:rPr lang="en-US" sz="1850">
                <a:solidFill>
                  <a:srgbClr val="1f2937"/>
                </a:solidFill>
              </a:rPr>
              <a:t>Images, PDFs, audio, video, text, Markdown, JSON, and code can be previewed in the app.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Desktop turns confirmed public attachments into a search engine: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desktop.proofofwork.me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Search any address or confirmed ProofOfWork ID. No wallet required.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Bitcoin Computer · local-first · on-chain · agent-readable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Browser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Browser renders HTML from Bitcoin transactions.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Users paste a txid and view HTML from either: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A ProofOfWork message body.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A verified text/html file attachment.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The page renders inside a sandbox. The txid remains the proof.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Bitcoin Computer · local-first · on-chain · agent-readable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Welcome File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The canonical welcome page is already on Bitcoin: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8c2fd17b10a6550896035b9f725054d3c6e10c314911808d8f7aaa2955c3015b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It appears as the default system file in Files and Desktop.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It opens through Browser by txid.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Bitcoin Computer · local-first · on-chain · agent-readable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Marketplace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ProofOfWork IDs are transferable assets.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Current marketplace protocol: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pwid1:list5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pwid1:seal5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pwid1:buy5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pwid1:delist5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Sellers publish on-chain listings.</a:t>
            </a:r>
          </a:p>
          <a:p>
            <a:pPr/>
            <a:r>
              <a:rPr lang="en-US" sz="1700">
                <a:solidFill>
                  <a:srgbClr val="1f2937"/>
                </a:solidFill>
              </a:rPr>
              <a:t>Buyers settle by spending a sale-ticket UTXO, paying the seller, paying the registry mutation fee, and writing the transfer event.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Competing buys conflict at the Bitcoin UTXO layer.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Bitcoin Computer · local-first · on-chain · agent-readable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Tokens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Tokens are mint-first and Bitcoin-readable.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token.proofofwork.me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work.proofofwork.me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Creation pays the token index.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Mints pay each token registry directly at the owner-set price.</a:t>
            </a:r>
          </a:p>
          <a:p>
            <a:pPr/>
            <a:r>
              <a:rPr lang="en-US" sz="1850">
                <a:solidFill>
                  <a:srgbClr val="1f2937"/>
                </a:solidFill>
              </a:rPr>
              <a:t>WORK starts with 21,000,000 max supply, 1,000 WORK per mint, and 1,000 sats per mint.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That is exactly 1 sat per WORK.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Bitcoin Computer · local-first · on-chain · agent-readable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Log And Growth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Log is the public Bitcoin Computer activity feed.</a:t>
            </a:r>
          </a:p>
          <a:p>
            <a:pPr/>
            <a:r>
              <a:rPr lang="en-US" sz="1700">
                <a:solidFill>
                  <a:srgbClr val="1f2937"/>
                </a:solidFill>
              </a:rPr>
              <a:t>It indexes registrations, receiver updates, transfers, listings, purchases, messages, replies, files, attachments, Browser-readable pages, Pay2Speak funding, token creations, and token mints.</a:t>
            </a:r>
          </a:p>
          <a:p>
            <a:pPr/>
            <a:r>
              <a:rPr lang="en-US" sz="1700">
                <a:solidFill>
                  <a:srgbClr val="1f2937"/>
                </a:solidFill>
              </a:rPr>
              <a:t>Growth compares the canonical success-case model against real confirmed network value in sats and USD.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The model adds every new product with consistent inputs: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Real chain metrics.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Usage assumptions.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Value assumptions.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Fee elasticity.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Blockspace accounting.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Bitcoin Computer · local-first · on-chain · agent-readable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Agent-Readable By Design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Agents need identity, memory, money, and verifiable state.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ProofOfWork.Me gives agents: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Handles.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Chain-readable messages.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Sats with every interaction.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Durable files and instructions.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Public ownership, marketplace, funding, and token records.</a:t>
            </a:r>
          </a:p>
          <a:p>
            <a:pPr marL="342900" indent="-171450"/>
            <a:r>
              <a:rPr lang="en-US" sz="2050">
                <a:solidFill>
                  <a:srgbClr val="374151"/>
                </a:solidFill>
              </a:rPr>
              <a:t>Local wallet authority controlled by humans.</a:t>
            </a:r>
          </a:p>
          <a:p>
            <a:pPr/>
            <a:r>
              <a:rPr lang="en-US" sz="2050" b="1">
                <a:solidFill>
                  <a:srgbClr val="1f2937"/>
                </a:solidFill>
              </a:rPr>
              <a:t>Humans sign. Agents verify.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Bitcoin Computer · local-first · on-chain · agent-readable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411480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250" b="1">
                <a:solidFill>
                  <a:srgbClr val="0a84ff"/>
                </a:solidFill>
              </a:rPr>
              <a:t>PROOFOFWORK.ME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3800" b="1">
                <a:solidFill>
                  <a:srgbClr val="111827"/>
                </a:solidFill>
              </a:rPr>
              <a:t>The Final Network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685800" y="1965960"/>
            <a:ext cx="10698480" cy="4480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2050">
                <a:solidFill>
                  <a:srgbClr val="1f2937"/>
                </a:solidFill>
              </a:rPr>
              <a:t>ProofOfWork.Me is a new interface for Bitcoin.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Mail.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IDs.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Files.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Desktop.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Browser.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Marketplace.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Pay2Speak.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Tokens.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WORK.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Log.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Growth.</a:t>
            </a:r>
          </a:p>
          <a:p>
            <a:pPr/>
            <a:r>
              <a:rPr lang="en-US" sz="2050">
                <a:solidFill>
                  <a:srgbClr val="1f2937"/>
                </a:solidFill>
              </a:rPr>
              <a:t>Agents.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55080"/>
            <a:ext cx="106984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/>
            <a:r>
              <a:rPr lang="en-US" sz="1050">
                <a:solidFill>
                  <a:srgbClr val="64748b"/>
                </a:solidFill>
              </a:rPr>
              <a:t>Bitcoin Computer · local-first · on-chain · agent-readable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ProofOfWork.Me</Application>
  <PresentationFormat>Widescreen</PresentationFormat>
  <Slides>13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ProofOfWork.Me General Deck</dc:title>
  <dc:creator>ProofOfWork.Me</dc:creator>
  <cp:lastModifiedBy>ProofOfWork.Me</cp:lastModifiedBy>
  <dcterms:created xsi:type="dcterms:W3CDTF">2026-05-13T00:00:00Z</dcterms:created>
  <dcterms:modified xsi:type="dcterms:W3CDTF">2026-05-13T00:00:00Z</dcterms:modified>
</cp:coreProperties>
</file>